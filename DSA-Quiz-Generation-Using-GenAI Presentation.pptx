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8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4148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DSA Quiz Generation Using GenAI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849767"/>
            <a:ext cx="40138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Stateless Question Factory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54425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pipeline for technical assessment curation in data structures and algorithms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52521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[Aradhy Patel], SRGI Jabalpur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34365"/>
            <a:ext cx="8938974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GenAI Revolution in Education</a:t>
            </a:r>
            <a:endParaRPr lang="en-US" sz="4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260" y="2088237"/>
            <a:ext cx="8360688" cy="5016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1204" y="179712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Evolving Landscape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9631204" y="2328743"/>
            <a:ext cx="4262438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Generative AI has transformed educational content creation, enabling real-time generation of learning materials at scale.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631204" y="3846314"/>
            <a:ext cx="2820114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DSA Assessment Gap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631204" y="4377928"/>
            <a:ext cx="4262438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academic programs require rigorous, diverse technical evaluation material—manual creation cannot match demand.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31204" y="5895499"/>
            <a:ext cx="2684026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Necessity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631204" y="6427113"/>
            <a:ext cx="4262438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platforms need on-demand question generation with structural integrity and conceptual accuracy.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6885"/>
            <a:ext cx="89838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Problem: The Manual Bottleneck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09292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14372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333077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Time-Intensive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541401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Creating technically sound DSA questions requires hours of expert effort per question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909292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314372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330773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Error-Prone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541401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fatigue leads to inconsistencies in problem statements and test cases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909292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314372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3330773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Scalability Issues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541401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curation cannot maintain structural consistency across large question banks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61196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assessment creation methods struggle to meet the demands of modern automated evaluation platforms.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798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428756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2783800"/>
            <a:ext cx="36647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2958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Pipeline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448526"/>
            <a:ext cx="36647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questions on-demand without pre-computation or storage overhead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685348" y="2428756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348" y="2783800"/>
            <a:ext cx="3664863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4685348" y="2958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Structural Integrity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685348" y="3448526"/>
            <a:ext cx="36648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 JSON format validation to ensure compatibility with automated grading systems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4934069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5289113"/>
            <a:ext cx="7556421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793790" y="5463421"/>
            <a:ext cx="29091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Conceptual Diversity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93790" y="595383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broad coverage across DSA topics while ensuring topic balance and difficulty distribution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774263"/>
            <a:ext cx="6965990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Stack: The Engine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06993" y="2180749"/>
            <a:ext cx="3090862" cy="2447330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06993" y="2157889"/>
            <a:ext cx="3090862" cy="91440"/>
          </a:xfrm>
          <a:prstGeom prst="roundRect">
            <a:avLst>
              <a:gd name="adj" fmla="val 92791"/>
            </a:avLst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1949410" y="1877735"/>
            <a:ext cx="606028" cy="606028"/>
          </a:xfrm>
          <a:prstGeom prst="roundRect">
            <a:avLst>
              <a:gd name="adj" fmla="val 150884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2131219" y="2029182"/>
            <a:ext cx="242411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31783" y="2685693"/>
            <a:ext cx="2595563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Llama-3.1-8b-instant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31783" y="3181231"/>
            <a:ext cx="2641283" cy="1222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LLM for question generation with 8 billion parameters optimized for speed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977759" y="2180749"/>
            <a:ext cx="3090982" cy="2447330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977759" y="2157889"/>
            <a:ext cx="3090982" cy="91440"/>
          </a:xfrm>
          <a:prstGeom prst="roundRect">
            <a:avLst>
              <a:gd name="adj" fmla="val 92791"/>
            </a:avLst>
          </a:prstGeom>
          <a:solidFill>
            <a:srgbClr val="4950BC"/>
          </a:solidFill>
          <a:ln/>
        </p:spPr>
      </p:sp>
      <p:sp>
        <p:nvSpPr>
          <p:cNvPr id="11" name="Shape 9"/>
          <p:cNvSpPr/>
          <p:nvPr/>
        </p:nvSpPr>
        <p:spPr>
          <a:xfrm>
            <a:off x="5220176" y="1877735"/>
            <a:ext cx="606028" cy="606028"/>
          </a:xfrm>
          <a:prstGeom prst="roundRect">
            <a:avLst>
              <a:gd name="adj" fmla="val 150884"/>
            </a:avLst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5401985" y="2029182"/>
            <a:ext cx="242411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202549" y="268569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Groq LPU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202549" y="3181231"/>
            <a:ext cx="2641402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High-speed inference engine delivering sub-5 second response times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06993" y="5110996"/>
            <a:ext cx="3090862" cy="2141815"/>
          </a:xfrm>
          <a:prstGeom prst="roundRect">
            <a:avLst>
              <a:gd name="adj" fmla="val 5123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06993" y="5088136"/>
            <a:ext cx="3090862" cy="91440"/>
          </a:xfrm>
          <a:prstGeom prst="roundRect">
            <a:avLst>
              <a:gd name="adj" fmla="val 92791"/>
            </a:avLst>
          </a:prstGeom>
          <a:solidFill>
            <a:srgbClr val="4950BC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9410" y="4807982"/>
            <a:ext cx="606028" cy="606028"/>
          </a:xfrm>
          <a:prstGeom prst="roundRect">
            <a:avLst>
              <a:gd name="adj" fmla="val 150884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2131219" y="4959429"/>
            <a:ext cx="242411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31783" y="561594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LangChain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31783" y="6111478"/>
            <a:ext cx="2641283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 framework managing LLM calls and validation logic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3977759" y="5110996"/>
            <a:ext cx="3090982" cy="2141815"/>
          </a:xfrm>
          <a:prstGeom prst="roundRect">
            <a:avLst>
              <a:gd name="adj" fmla="val 5123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977759" y="5088136"/>
            <a:ext cx="3090982" cy="91440"/>
          </a:xfrm>
          <a:prstGeom prst="roundRect">
            <a:avLst>
              <a:gd name="adj" fmla="val 92791"/>
            </a:avLst>
          </a:prstGeom>
          <a:solidFill>
            <a:srgbClr val="4950BC"/>
          </a:solidFill>
          <a:ln/>
        </p:spPr>
      </p:sp>
      <p:sp>
        <p:nvSpPr>
          <p:cNvPr id="23" name="Shape 21"/>
          <p:cNvSpPr/>
          <p:nvPr/>
        </p:nvSpPr>
        <p:spPr>
          <a:xfrm>
            <a:off x="5220176" y="4807982"/>
            <a:ext cx="606028" cy="606028"/>
          </a:xfrm>
          <a:prstGeom prst="roundRect">
            <a:avLst>
              <a:gd name="adj" fmla="val 150884"/>
            </a:avLst>
          </a:prstGeom>
          <a:solidFill>
            <a:srgbClr val="4950BC"/>
          </a:solidFill>
          <a:ln/>
        </p:spPr>
      </p:sp>
      <p:sp>
        <p:nvSpPr>
          <p:cNvPr id="24" name="Text 22"/>
          <p:cNvSpPr/>
          <p:nvPr/>
        </p:nvSpPr>
        <p:spPr>
          <a:xfrm>
            <a:off x="5401985" y="4959429"/>
            <a:ext cx="242411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202549" y="561594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Neact.js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4202549" y="6111478"/>
            <a:ext cx="2641402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frontend interface for user interaction and question presentation</a:t>
            </a:r>
            <a:endParaRPr lang="en-US" sz="15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279" y="2656761"/>
            <a:ext cx="6361748" cy="3817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5024"/>
            <a:ext cx="103603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Innovation: The Validation Layer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743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Solving AI hallucinations and malformed output through intelligent retry logic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25485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0595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 Generation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549973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question creation with problem statement, constraints, and solution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2925485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40595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Regex Parsing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4549973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validation of JSON format and field integrity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2925485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40595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Recursive Retry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4549973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regeneration until valid JSON structure is achieved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93790" y="6120646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B6FCB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6464737"/>
            <a:ext cx="283488" cy="2268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30906" y="6404134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98% validation success rate with guaranteed JSON compliance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555308"/>
            <a:ext cx="1180290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Architecture: Stateless Question Factory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4611" y="16093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Stateless Design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94611" y="2093119"/>
            <a:ext cx="637853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generated on-the-fly without persistent database storage, eliminating long-term data management overhead.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564874" y="1609368"/>
            <a:ext cx="287035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On-Demand Generation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564874" y="2093119"/>
            <a:ext cx="637853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request triggers independent question creation, ensuring fresh content and unlimited scalability.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2219444" y="37680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Request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94611" y="4182428"/>
            <a:ext cx="400573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 and difficulty parameters</a:t>
            </a:r>
            <a:endParaRPr lang="en-US" sz="1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8006" y="3039904"/>
            <a:ext cx="4634389" cy="4634389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9621" y="4061520"/>
            <a:ext cx="296942" cy="2969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930051" y="37680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Processing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9930051" y="4182428"/>
            <a:ext cx="400573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generates question structure</a:t>
            </a:r>
            <a:endParaRPr lang="en-US" sz="15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006" y="3039904"/>
            <a:ext cx="4634389" cy="4634389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3599" y="4061520"/>
            <a:ext cx="296942" cy="2969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930051" y="62341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Validation</a:t>
            </a:r>
            <a:endParaRPr lang="en-US" sz="1950" dirty="0"/>
          </a:p>
        </p:txBody>
      </p:sp>
      <p:sp>
        <p:nvSpPr>
          <p:cNvPr id="16" name="Text 10"/>
          <p:cNvSpPr/>
          <p:nvPr/>
        </p:nvSpPr>
        <p:spPr>
          <a:xfrm>
            <a:off x="9930051" y="6648450"/>
            <a:ext cx="400573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integrity verification</a:t>
            </a:r>
            <a:endParaRPr lang="en-US" sz="15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8006" y="3039904"/>
            <a:ext cx="4634389" cy="4634389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3599" y="6355497"/>
            <a:ext cx="296942" cy="29694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219444" y="62341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Delivery</a:t>
            </a:r>
            <a:endParaRPr lang="en-US" sz="1950" dirty="0"/>
          </a:p>
        </p:txBody>
      </p:sp>
      <p:sp>
        <p:nvSpPr>
          <p:cNvPr id="20" name="Text 12"/>
          <p:cNvSpPr/>
          <p:nvPr/>
        </p:nvSpPr>
        <p:spPr>
          <a:xfrm>
            <a:off x="694611" y="6648450"/>
            <a:ext cx="400573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Formatted question output</a:t>
            </a:r>
            <a:endParaRPr lang="en-US" sz="15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8006" y="3039904"/>
            <a:ext cx="4634389" cy="4634389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19621" y="6355497"/>
            <a:ext cx="296942" cy="2969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72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Functional Scope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49686"/>
            <a:ext cx="2411968" cy="2411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9451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Arrays &amp; Strings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43556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Traversal, manipulation, and pattern matching problems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249686"/>
            <a:ext cx="2411968" cy="2411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9451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Graphs &amp; Trees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43556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BFS, DFS, shortest path, and tree traversal algorithms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249686"/>
            <a:ext cx="2411968" cy="24119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945142"/>
            <a:ext cx="31558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Programming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43556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problems with memoization and state transitions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641651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multiple difficulty levels from introductory to advanced, generating complete problem narratives with constraints and test cases.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0660" y="652582"/>
            <a:ext cx="5489138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Metrics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6230660" y="1722358"/>
            <a:ext cx="3703082" cy="70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5s</a:t>
            </a:r>
            <a:endParaRPr lang="en-US" sz="5500" dirty="0"/>
          </a:p>
        </p:txBody>
      </p:sp>
      <p:sp>
        <p:nvSpPr>
          <p:cNvPr id="5" name="Text 2"/>
          <p:cNvSpPr/>
          <p:nvPr/>
        </p:nvSpPr>
        <p:spPr>
          <a:xfrm>
            <a:off x="6737509" y="2679740"/>
            <a:ext cx="2689265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Groq Response Time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230660" y="3131582"/>
            <a:ext cx="3703082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Sub-5 seconds average generation vs. hours for manual creation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0182939" y="1722358"/>
            <a:ext cx="3703201" cy="70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98%</a:t>
            </a:r>
            <a:endParaRPr lang="en-US" sz="5500" dirty="0"/>
          </a:p>
        </p:txBody>
      </p:sp>
      <p:sp>
        <p:nvSpPr>
          <p:cNvPr id="8" name="Text 5"/>
          <p:cNvSpPr/>
          <p:nvPr/>
        </p:nvSpPr>
        <p:spPr>
          <a:xfrm>
            <a:off x="10705505" y="2679740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Validation Success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0182939" y="3131582"/>
            <a:ext cx="370320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format compliance rate across thousands of test cases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206740" y="4295656"/>
            <a:ext cx="3703201" cy="70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100%</a:t>
            </a:r>
            <a:endParaRPr lang="en-US" sz="5500" dirty="0"/>
          </a:p>
        </p:txBody>
      </p:sp>
      <p:sp>
        <p:nvSpPr>
          <p:cNvPr id="11" name="Text 8"/>
          <p:cNvSpPr/>
          <p:nvPr/>
        </p:nvSpPr>
        <p:spPr>
          <a:xfrm>
            <a:off x="8666083" y="5253038"/>
            <a:ext cx="2784396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Question Uniqueness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8206740" y="5704880"/>
            <a:ext cx="370320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duplicate questions generated across diverse topic sampling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230660" y="6588204"/>
            <a:ext cx="7655481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demonstrates significant speed advantages over manual question creation while maintaining structural integrity and conceptual accuracy.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73643"/>
            <a:ext cx="6283404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Future Vision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12351" y="2447687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Impact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12351" y="2908102"/>
            <a:ext cx="4318397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reduces instructor workload while ensuring consistent quality and diversity in technical assessments.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2351" y="3916085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Directions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2351" y="4376499"/>
            <a:ext cx="4318397" cy="1523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difficulty adjustment based on student performance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hint generation for guided learning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LMS platforms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5331" y="1595438"/>
            <a:ext cx="8420100" cy="50520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9411" y="7192208"/>
            <a:ext cx="1291851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"AI-driven question generation represents the future of scalable, personalized technical education"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12351" y="7010638"/>
            <a:ext cx="22860" cy="645319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2026-04-28T08:13:55Z</dcterms:created>
  <dcterms:modified xsi:type="dcterms:W3CDTF">2026-04-28T08:13:55Z</dcterms:modified>
</cp:coreProperties>
</file>